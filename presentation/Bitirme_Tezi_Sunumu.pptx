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sldIdLst>
    <p:sldId id="256" r:id="rId2"/>
    <p:sldId id="270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0FFB2-6D88-4B1B-B4DC-A3E63AAFB8AA}" v="109" dt="2026-06-24T19:48:15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la Hilal Erden" userId="ec6aca768952e275" providerId="LiveId" clId="{F99ADFEB-9164-4B2C-A5D3-61D617A1BFCE}"/>
    <pc:docChg chg="undo custSel addSld delSld modSld">
      <pc:chgData name="Damla Hilal Erden" userId="ec6aca768952e275" providerId="LiveId" clId="{F99ADFEB-9164-4B2C-A5D3-61D617A1BFCE}" dt="2026-06-24T19:48:26.631" v="5527" actId="478"/>
      <pc:docMkLst>
        <pc:docMk/>
      </pc:docMkLst>
      <pc:sldChg chg="addSp delSp modSp new mod setBg delDesignElem">
        <pc:chgData name="Damla Hilal Erden" userId="ec6aca768952e275" providerId="LiveId" clId="{F99ADFEB-9164-4B2C-A5D3-61D617A1BFCE}" dt="2026-06-23T15:30:09.562" v="5331" actId="1076"/>
        <pc:sldMkLst>
          <pc:docMk/>
          <pc:sldMk cId="545549912" sldId="256"/>
        </pc:sldMkLst>
        <pc:spChg chg="mod">
          <ac:chgData name="Damla Hilal Erden" userId="ec6aca768952e275" providerId="LiveId" clId="{F99ADFEB-9164-4B2C-A5D3-61D617A1BFCE}" dt="2026-06-23T15:30:09.562" v="5331" actId="1076"/>
          <ac:spMkLst>
            <pc:docMk/>
            <pc:sldMk cId="545549912" sldId="256"/>
            <ac:spMk id="2" creationId="{BD107710-6753-DA4E-31E8-E05FD4267A76}"/>
          </ac:spMkLst>
        </pc:spChg>
        <pc:spChg chg="mod">
          <ac:chgData name="Damla Hilal Erden" userId="ec6aca768952e275" providerId="LiveId" clId="{F99ADFEB-9164-4B2C-A5D3-61D617A1BFCE}" dt="2026-06-23T15:26:11.267" v="5105" actId="20577"/>
          <ac:spMkLst>
            <pc:docMk/>
            <pc:sldMk cId="545549912" sldId="256"/>
            <ac:spMk id="3" creationId="{B5902D11-BD99-447B-481F-0C181EAC23B1}"/>
          </ac:spMkLst>
        </pc:spChg>
        <pc:spChg chg="add mod">
          <ac:chgData name="Damla Hilal Erden" userId="ec6aca768952e275" providerId="LiveId" clId="{F99ADFEB-9164-4B2C-A5D3-61D617A1BFCE}" dt="2026-06-23T15:30:01.480" v="5330" actId="1076"/>
          <ac:spMkLst>
            <pc:docMk/>
            <pc:sldMk cId="545549912" sldId="256"/>
            <ac:spMk id="4" creationId="{F12CE0BE-AD3B-60F4-6C23-F29750AF2350}"/>
          </ac:spMkLst>
        </pc:spChg>
        <pc:spChg chg="add del mod">
          <ac:chgData name="Damla Hilal Erden" userId="ec6aca768952e275" providerId="LiveId" clId="{F99ADFEB-9164-4B2C-A5D3-61D617A1BFCE}" dt="2026-06-23T15:29:25.012" v="5325"/>
          <ac:spMkLst>
            <pc:docMk/>
            <pc:sldMk cId="545549912" sldId="256"/>
            <ac:spMk id="5" creationId="{7708D86F-3EDB-416A-7B9C-63DE96B01205}"/>
          </ac:spMkLst>
        </pc:spChg>
        <pc:spChg chg="add del">
          <ac:chgData name="Damla Hilal Erden" userId="ec6aca768952e275" providerId="LiveId" clId="{F99ADFEB-9164-4B2C-A5D3-61D617A1BFCE}" dt="2026-06-23T12:43:03.736" v="3389"/>
          <ac:spMkLst>
            <pc:docMk/>
            <pc:sldMk cId="545549912" sldId="256"/>
            <ac:spMk id="8" creationId="{36B93B81-5ED7-4387-828F-605FD3B1B004}"/>
          </ac:spMkLst>
        </pc:spChg>
        <pc:spChg chg="add del">
          <ac:chgData name="Damla Hilal Erden" userId="ec6aca768952e275" providerId="LiveId" clId="{F99ADFEB-9164-4B2C-A5D3-61D617A1BFCE}" dt="2026-06-23T12:43:03.736" v="3389"/>
          <ac:spMkLst>
            <pc:docMk/>
            <pc:sldMk cId="545549912" sldId="256"/>
            <ac:spMk id="10" creationId="{61951AA0-DD9C-4514-A46F-ABF18C50E55D}"/>
          </ac:spMkLst>
        </pc:spChg>
      </pc:sldChg>
      <pc:sldChg chg="addSp delSp modSp new mod setBg delDesignElem">
        <pc:chgData name="Damla Hilal Erden" userId="ec6aca768952e275" providerId="LiveId" clId="{F99ADFEB-9164-4B2C-A5D3-61D617A1BFCE}" dt="2026-06-24T19:48:15.750" v="5524"/>
        <pc:sldMkLst>
          <pc:docMk/>
          <pc:sldMk cId="2175738720" sldId="257"/>
        </pc:sldMkLst>
        <pc:spChg chg="add mod">
          <ac:chgData name="Damla Hilal Erden" userId="ec6aca768952e275" providerId="LiveId" clId="{F99ADFEB-9164-4B2C-A5D3-61D617A1BFCE}" dt="2026-06-23T12:50:53.869" v="3463" actId="14100"/>
          <ac:spMkLst>
            <pc:docMk/>
            <pc:sldMk cId="2175738720" sldId="257"/>
            <ac:spMk id="2" creationId="{323A2435-C561-D08B-4BB6-2C8973663F43}"/>
          </ac:spMkLst>
        </pc:spChg>
        <pc:spChg chg="add mod">
          <ac:chgData name="Damla Hilal Erden" userId="ec6aca768952e275" providerId="LiveId" clId="{F99ADFEB-9164-4B2C-A5D3-61D617A1BFCE}" dt="2026-06-23T14:46:42.689" v="5047" actId="255"/>
          <ac:spMkLst>
            <pc:docMk/>
            <pc:sldMk cId="2175738720" sldId="257"/>
            <ac:spMk id="3" creationId="{AF3D5E5E-955B-FAE1-EB0B-BE8C9218B894}"/>
          </ac:spMkLst>
        </pc:spChg>
        <pc:spChg chg="add del">
          <ac:chgData name="Damla Hilal Erden" userId="ec6aca768952e275" providerId="LiveId" clId="{F99ADFEB-9164-4B2C-A5D3-61D617A1BFCE}" dt="2026-06-24T19:48:15.750" v="5524"/>
          <ac:spMkLst>
            <pc:docMk/>
            <pc:sldMk cId="2175738720" sldId="257"/>
            <ac:spMk id="10" creationId="{6C0DD7BF-8F3D-4D34-A37A-85563D3D62FF}"/>
          </ac:spMkLst>
        </pc:spChg>
        <pc:picChg chg="add mod">
          <ac:chgData name="Damla Hilal Erden" userId="ec6aca768952e275" providerId="LiveId" clId="{F99ADFEB-9164-4B2C-A5D3-61D617A1BFCE}" dt="2026-06-23T13:29:59.499" v="4526" actId="1076"/>
          <ac:picMkLst>
            <pc:docMk/>
            <pc:sldMk cId="2175738720" sldId="257"/>
            <ac:picMk id="5" creationId="{79DF75C0-ABB1-1F46-9B52-EF85F8987783}"/>
          </ac:picMkLst>
        </pc:picChg>
      </pc:sldChg>
      <pc:sldChg chg="addSp delSp modSp new del mod setBg delDesignElem">
        <pc:chgData name="Damla Hilal Erden" userId="ec6aca768952e275" providerId="LiveId" clId="{F99ADFEB-9164-4B2C-A5D3-61D617A1BFCE}" dt="2026-06-23T12:42:55.594" v="3387" actId="2696"/>
        <pc:sldMkLst>
          <pc:docMk/>
          <pc:sldMk cId="1663800207" sldId="258"/>
        </pc:sldMkLst>
        <pc:spChg chg="add mod">
          <ac:chgData name="Damla Hilal Erden" userId="ec6aca768952e275" providerId="LiveId" clId="{F99ADFEB-9164-4B2C-A5D3-61D617A1BFCE}" dt="2026-06-23T12:40:18.074" v="3359" actId="26606"/>
          <ac:spMkLst>
            <pc:docMk/>
            <pc:sldMk cId="1663800207" sldId="258"/>
            <ac:spMk id="2" creationId="{3EB84279-12F4-CABD-010B-143B60517EEB}"/>
          </ac:spMkLst>
        </pc:spChg>
        <pc:spChg chg="add mod ord">
          <ac:chgData name="Damla Hilal Erden" userId="ec6aca768952e275" providerId="LiveId" clId="{F99ADFEB-9164-4B2C-A5D3-61D617A1BFCE}" dt="2026-06-23T12:40:18.074" v="3359" actId="26606"/>
          <ac:spMkLst>
            <pc:docMk/>
            <pc:sldMk cId="1663800207" sldId="258"/>
            <ac:spMk id="3" creationId="{15A76BBD-D080-2CF1-0CA7-A7C18FCAEB4C}"/>
          </ac:spMkLst>
        </pc:spChg>
        <pc:spChg chg="add">
          <ac:chgData name="Damla Hilal Erden" userId="ec6aca768952e275" providerId="LiveId" clId="{F99ADFEB-9164-4B2C-A5D3-61D617A1BFCE}" dt="2026-06-23T12:40:18.074" v="3359" actId="26606"/>
          <ac:spMkLst>
            <pc:docMk/>
            <pc:sldMk cId="1663800207" sldId="258"/>
            <ac:spMk id="7" creationId="{C4D9C4F3-3A51-4F45-8A5D-AAD196BF7D23}"/>
          </ac:spMkLst>
        </pc:spChg>
        <pc:spChg chg="add">
          <ac:chgData name="Damla Hilal Erden" userId="ec6aca768952e275" providerId="LiveId" clId="{F99ADFEB-9164-4B2C-A5D3-61D617A1BFCE}" dt="2026-06-23T12:40:18.074" v="3359" actId="26606"/>
          <ac:spMkLst>
            <pc:docMk/>
            <pc:sldMk cId="1663800207" sldId="258"/>
            <ac:spMk id="8" creationId="{53FD8994-38E8-4E51-9444-3447A171944C}"/>
          </ac:spMkLst>
        </pc:spChg>
        <pc:spChg chg="add">
          <ac:chgData name="Damla Hilal Erden" userId="ec6aca768952e275" providerId="LiveId" clId="{F99ADFEB-9164-4B2C-A5D3-61D617A1BFCE}" dt="2026-06-23T12:40:18.074" v="3359" actId="26606"/>
          <ac:spMkLst>
            <pc:docMk/>
            <pc:sldMk cId="1663800207" sldId="258"/>
            <ac:spMk id="9" creationId="{F71673FE-0587-4591-8D3B-D7F7345E8ACC}"/>
          </ac:spMkLst>
        </pc:spChg>
        <pc:spChg chg="add del">
          <ac:chgData name="Damla Hilal Erden" userId="ec6aca768952e275" providerId="LiveId" clId="{F99ADFEB-9164-4B2C-A5D3-61D617A1BFCE}" dt="2026-06-23T12:32:04.188" v="3254" actId="26606"/>
          <ac:spMkLst>
            <pc:docMk/>
            <pc:sldMk cId="1663800207" sldId="258"/>
            <ac:spMk id="10" creationId="{79CBD3C9-4E66-426D-948E-7CF4778107E8}"/>
          </ac:spMkLst>
        </pc:spChg>
        <pc:spChg chg="add del">
          <ac:chgData name="Damla Hilal Erden" userId="ec6aca768952e275" providerId="LiveId" clId="{F99ADFEB-9164-4B2C-A5D3-61D617A1BFCE}" dt="2026-06-23T12:32:04.188" v="3254" actId="26606"/>
          <ac:spMkLst>
            <pc:docMk/>
            <pc:sldMk cId="1663800207" sldId="258"/>
            <ac:spMk id="12" creationId="{E9271C28-7496-4447-8541-7B39F5E9480A}"/>
          </ac:spMkLst>
        </pc:spChg>
        <pc:spChg chg="add del">
          <ac:chgData name="Damla Hilal Erden" userId="ec6aca768952e275" providerId="LiveId" clId="{F99ADFEB-9164-4B2C-A5D3-61D617A1BFCE}" dt="2026-06-23T12:32:05.100" v="3256" actId="26606"/>
          <ac:spMkLst>
            <pc:docMk/>
            <pc:sldMk cId="1663800207" sldId="258"/>
            <ac:spMk id="14" creationId="{79CBD3C9-4E66-426D-948E-7CF4778107E8}"/>
          </ac:spMkLst>
        </pc:spChg>
        <pc:spChg chg="add del">
          <ac:chgData name="Damla Hilal Erden" userId="ec6aca768952e275" providerId="LiveId" clId="{F99ADFEB-9164-4B2C-A5D3-61D617A1BFCE}" dt="2026-06-23T12:32:05.100" v="3256" actId="26606"/>
          <ac:spMkLst>
            <pc:docMk/>
            <pc:sldMk cId="1663800207" sldId="258"/>
            <ac:spMk id="15" creationId="{B086532B-5A3E-44A5-A0C2-22A0DB316C40}"/>
          </ac:spMkLst>
        </pc:spChg>
        <pc:spChg chg="add del">
          <ac:chgData name="Damla Hilal Erden" userId="ec6aca768952e275" providerId="LiveId" clId="{F99ADFEB-9164-4B2C-A5D3-61D617A1BFCE}" dt="2026-06-23T12:32:22.337" v="3259"/>
          <ac:spMkLst>
            <pc:docMk/>
            <pc:sldMk cId="1663800207" sldId="258"/>
            <ac:spMk id="17" creationId="{809C0BCD-BEE9-423F-A51C-BCCD8E5EAADA}"/>
          </ac:spMkLst>
        </pc:spChg>
        <pc:spChg chg="add del">
          <ac:chgData name="Damla Hilal Erden" userId="ec6aca768952e275" providerId="LiveId" clId="{F99ADFEB-9164-4B2C-A5D3-61D617A1BFCE}" dt="2026-06-23T12:32:22.337" v="3259"/>
          <ac:spMkLst>
            <pc:docMk/>
            <pc:sldMk cId="1663800207" sldId="258"/>
            <ac:spMk id="18" creationId="{E3DC42C2-6B58-404C-B339-2C72808A5BE1}"/>
          </ac:spMkLst>
        </pc:spChg>
        <pc:spChg chg="add del">
          <ac:chgData name="Damla Hilal Erden" userId="ec6aca768952e275" providerId="LiveId" clId="{F99ADFEB-9164-4B2C-A5D3-61D617A1BFCE}" dt="2026-06-23T12:32:22.337" v="3259"/>
          <ac:spMkLst>
            <pc:docMk/>
            <pc:sldMk cId="1663800207" sldId="258"/>
            <ac:spMk id="19" creationId="{FCF82941-5589-49BF-B6B1-76122B2D0EA6}"/>
          </ac:spMkLst>
        </pc:spChg>
        <pc:picChg chg="add del mod">
          <ac:chgData name="Damla Hilal Erden" userId="ec6aca768952e275" providerId="LiveId" clId="{F99ADFEB-9164-4B2C-A5D3-61D617A1BFCE}" dt="2026-06-23T12:40:24.571" v="3360" actId="21"/>
          <ac:picMkLst>
            <pc:docMk/>
            <pc:sldMk cId="1663800207" sldId="258"/>
            <ac:picMk id="5" creationId="{92E2093D-4D54-B997-CB15-8CE2A3C53D72}"/>
          </ac:picMkLst>
        </pc:picChg>
      </pc:sldChg>
      <pc:sldChg chg="addSp delSp modSp new mod setBg setClrOvrMap">
        <pc:chgData name="Damla Hilal Erden" userId="ec6aca768952e275" providerId="LiveId" clId="{F99ADFEB-9164-4B2C-A5D3-61D617A1BFCE}" dt="2026-06-23T14:57:00.938" v="5052" actId="20577"/>
        <pc:sldMkLst>
          <pc:docMk/>
          <pc:sldMk cId="2843346624" sldId="259"/>
        </pc:sldMkLst>
        <pc:spChg chg="add mod">
          <ac:chgData name="Damla Hilal Erden" userId="ec6aca768952e275" providerId="LiveId" clId="{F99ADFEB-9164-4B2C-A5D3-61D617A1BFCE}" dt="2026-06-23T12:59:46.054" v="3753" actId="1076"/>
          <ac:spMkLst>
            <pc:docMk/>
            <pc:sldMk cId="2843346624" sldId="259"/>
            <ac:spMk id="2" creationId="{78A252D4-E826-3541-36DF-DD94430E2418}"/>
          </ac:spMkLst>
        </pc:spChg>
        <pc:spChg chg="add del mod">
          <ac:chgData name="Damla Hilal Erden" userId="ec6aca768952e275" providerId="LiveId" clId="{F99ADFEB-9164-4B2C-A5D3-61D617A1BFCE}" dt="2026-06-23T07:43:21.745" v="1030"/>
          <ac:spMkLst>
            <pc:docMk/>
            <pc:sldMk cId="2843346624" sldId="259"/>
            <ac:spMk id="3" creationId="{5C5DFD30-60DC-632D-DA1D-B1BFE2EA0A0E}"/>
          </ac:spMkLst>
        </pc:spChg>
        <pc:spChg chg="add mod ord">
          <ac:chgData name="Damla Hilal Erden" userId="ec6aca768952e275" providerId="LiveId" clId="{F99ADFEB-9164-4B2C-A5D3-61D617A1BFCE}" dt="2026-06-23T14:57:00.938" v="5052" actId="20577"/>
          <ac:spMkLst>
            <pc:docMk/>
            <pc:sldMk cId="2843346624" sldId="259"/>
            <ac:spMk id="4" creationId="{91E0018B-30E5-AA3F-1682-D3CF6029433B}"/>
          </ac:spMkLst>
        </pc:spChg>
        <pc:spChg chg="add del">
          <ac:chgData name="Damla Hilal Erden" userId="ec6aca768952e275" providerId="LiveId" clId="{F99ADFEB-9164-4B2C-A5D3-61D617A1BFCE}" dt="2026-06-23T12:59:19.684" v="3746" actId="26606"/>
          <ac:spMkLst>
            <pc:docMk/>
            <pc:sldMk cId="2843346624" sldId="259"/>
            <ac:spMk id="8" creationId="{368A5362-EC3B-4BE3-804B-E6B289AF8A36}"/>
          </ac:spMkLst>
        </pc:spChg>
        <pc:spChg chg="add del">
          <ac:chgData name="Damla Hilal Erden" userId="ec6aca768952e275" providerId="LiveId" clId="{F99ADFEB-9164-4B2C-A5D3-61D617A1BFCE}" dt="2026-06-23T07:49:15.495" v="1372" actId="26606"/>
          <ac:spMkLst>
            <pc:docMk/>
            <pc:sldMk cId="2843346624" sldId="259"/>
            <ac:spMk id="18" creationId="{D6F819BF-BEC4-454B-82CF-C7F1926407F9}"/>
          </ac:spMkLst>
        </pc:spChg>
        <pc:spChg chg="add del">
          <ac:chgData name="Damla Hilal Erden" userId="ec6aca768952e275" providerId="LiveId" clId="{F99ADFEB-9164-4B2C-A5D3-61D617A1BFCE}" dt="2026-06-23T07:49:15.495" v="1372" actId="26606"/>
          <ac:spMkLst>
            <pc:docMk/>
            <pc:sldMk cId="2843346624" sldId="259"/>
            <ac:spMk id="20" creationId="{79D5C3D0-88DD-405B-A549-4B5C3712E181}"/>
          </ac:spMkLst>
        </pc:spChg>
        <pc:grpChg chg="add del">
          <ac:chgData name="Damla Hilal Erden" userId="ec6aca768952e275" providerId="LiveId" clId="{F99ADFEB-9164-4B2C-A5D3-61D617A1BFCE}" dt="2026-06-23T07:49:15.495" v="1372" actId="26606"/>
          <ac:grpSpMkLst>
            <pc:docMk/>
            <pc:sldMk cId="2843346624" sldId="259"/>
            <ac:grpSpMk id="11" creationId="{62CE031E-EE35-4AA7-9784-805093327786}"/>
          </ac:grpSpMkLst>
        </pc:grpChg>
        <pc:grpChg chg="add del">
          <ac:chgData name="Damla Hilal Erden" userId="ec6aca768952e275" providerId="LiveId" clId="{F99ADFEB-9164-4B2C-A5D3-61D617A1BFCE}" dt="2026-06-23T07:49:15.495" v="1372" actId="26606"/>
          <ac:grpSpMkLst>
            <pc:docMk/>
            <pc:sldMk cId="2843346624" sldId="259"/>
            <ac:grpSpMk id="22" creationId="{B29E1950-A366-48B7-8DAB-726C0DE58072}"/>
          </ac:grpSpMkLst>
        </pc:grpChg>
        <pc:picChg chg="add del mod">
          <ac:chgData name="Damla Hilal Erden" userId="ec6aca768952e275" providerId="LiveId" clId="{F99ADFEB-9164-4B2C-A5D3-61D617A1BFCE}" dt="2026-06-23T13:29:56.096" v="4525" actId="1076"/>
          <ac:picMkLst>
            <pc:docMk/>
            <pc:sldMk cId="2843346624" sldId="259"/>
            <ac:picMk id="6" creationId="{0C35D799-89CE-7627-632C-190F9EF2936C}"/>
          </ac:picMkLst>
        </pc:picChg>
      </pc:sldChg>
      <pc:sldChg chg="addSp delSp modSp new mod">
        <pc:chgData name="Damla Hilal Erden" userId="ec6aca768952e275" providerId="LiveId" clId="{F99ADFEB-9164-4B2C-A5D3-61D617A1BFCE}" dt="2026-06-23T13:29:49.967" v="4524" actId="1076"/>
        <pc:sldMkLst>
          <pc:docMk/>
          <pc:sldMk cId="3790774877" sldId="260"/>
        </pc:sldMkLst>
        <pc:spChg chg="add mod">
          <ac:chgData name="Damla Hilal Erden" userId="ec6aca768952e275" providerId="LiveId" clId="{F99ADFEB-9164-4B2C-A5D3-61D617A1BFCE}" dt="2026-06-23T13:22:28.046" v="4360" actId="2711"/>
          <ac:spMkLst>
            <pc:docMk/>
            <pc:sldMk cId="3790774877" sldId="260"/>
            <ac:spMk id="2" creationId="{B2DB7A22-9CC3-12CD-769E-DE0B4C6DED2A}"/>
          </ac:spMkLst>
        </pc:spChg>
        <pc:spChg chg="add mod">
          <ac:chgData name="Damla Hilal Erden" userId="ec6aca768952e275" providerId="LiveId" clId="{F99ADFEB-9164-4B2C-A5D3-61D617A1BFCE}" dt="2026-06-23T13:21:51.743" v="4358" actId="1076"/>
          <ac:spMkLst>
            <pc:docMk/>
            <pc:sldMk cId="3790774877" sldId="260"/>
            <ac:spMk id="3" creationId="{AC86E0B1-F1A6-B4F6-077A-3AFC0B9B512E}"/>
          </ac:spMkLst>
        </pc:spChg>
        <pc:picChg chg="add del mod">
          <ac:chgData name="Damla Hilal Erden" userId="ec6aca768952e275" providerId="LiveId" clId="{F99ADFEB-9164-4B2C-A5D3-61D617A1BFCE}" dt="2026-06-23T13:21:05.247" v="4346" actId="21"/>
          <ac:picMkLst>
            <pc:docMk/>
            <pc:sldMk cId="3790774877" sldId="260"/>
            <ac:picMk id="5" creationId="{AB3839FC-E938-94AA-42DC-E22EEC42E611}"/>
          </ac:picMkLst>
        </pc:picChg>
        <pc:picChg chg="add mod">
          <ac:chgData name="Damla Hilal Erden" userId="ec6aca768952e275" providerId="LiveId" clId="{F99ADFEB-9164-4B2C-A5D3-61D617A1BFCE}" dt="2026-06-23T13:29:49.967" v="4524" actId="1076"/>
          <ac:picMkLst>
            <pc:docMk/>
            <pc:sldMk cId="3790774877" sldId="260"/>
            <ac:picMk id="7" creationId="{27BE7AA0-5518-AB03-A9FB-7F526F9EC2AF}"/>
          </ac:picMkLst>
        </pc:picChg>
      </pc:sldChg>
      <pc:sldChg chg="addSp delSp modSp new mod">
        <pc:chgData name="Damla Hilal Erden" userId="ec6aca768952e275" providerId="LiveId" clId="{F99ADFEB-9164-4B2C-A5D3-61D617A1BFCE}" dt="2026-06-23T13:29:32.783" v="4523" actId="1076"/>
        <pc:sldMkLst>
          <pc:docMk/>
          <pc:sldMk cId="821500317" sldId="261"/>
        </pc:sldMkLst>
        <pc:spChg chg="add mod">
          <ac:chgData name="Damla Hilal Erden" userId="ec6aca768952e275" providerId="LiveId" clId="{F99ADFEB-9164-4B2C-A5D3-61D617A1BFCE}" dt="2026-06-23T13:29:32.783" v="4523" actId="1076"/>
          <ac:spMkLst>
            <pc:docMk/>
            <pc:sldMk cId="821500317" sldId="261"/>
            <ac:spMk id="2" creationId="{4657790E-E7E9-BDC4-0BA8-F74BF6AC149E}"/>
          </ac:spMkLst>
        </pc:spChg>
        <pc:spChg chg="add mod">
          <ac:chgData name="Damla Hilal Erden" userId="ec6aca768952e275" providerId="LiveId" clId="{F99ADFEB-9164-4B2C-A5D3-61D617A1BFCE}" dt="2026-06-23T13:29:24.877" v="4521" actId="1076"/>
          <ac:spMkLst>
            <pc:docMk/>
            <pc:sldMk cId="821500317" sldId="261"/>
            <ac:spMk id="3" creationId="{8AADBF53-D388-6CF0-2F49-71184300CBFB}"/>
          </ac:spMkLst>
        </pc:spChg>
        <pc:spChg chg="add mod">
          <ac:chgData name="Damla Hilal Erden" userId="ec6aca768952e275" providerId="LiveId" clId="{F99ADFEB-9164-4B2C-A5D3-61D617A1BFCE}" dt="2026-06-23T13:26:41.713" v="4374" actId="1076"/>
          <ac:spMkLst>
            <pc:docMk/>
            <pc:sldMk cId="821500317" sldId="261"/>
            <ac:spMk id="8" creationId="{2D5C2296-74B8-7690-DAC3-312F73FE81E2}"/>
          </ac:spMkLst>
        </pc:spChg>
        <pc:graphicFrameChg chg="add del mod">
          <ac:chgData name="Damla Hilal Erden" userId="ec6aca768952e275" providerId="LiveId" clId="{F99ADFEB-9164-4B2C-A5D3-61D617A1BFCE}" dt="2026-06-23T13:26:51.710" v="4375" actId="478"/>
          <ac:graphicFrameMkLst>
            <pc:docMk/>
            <pc:sldMk cId="821500317" sldId="261"/>
            <ac:graphicFrameMk id="6" creationId="{4E6240CE-B70D-6357-600E-78EF32ED4339}"/>
          </ac:graphicFrameMkLst>
        </pc:graphicFrameChg>
        <pc:picChg chg="add mod">
          <ac:chgData name="Damla Hilal Erden" userId="ec6aca768952e275" providerId="LiveId" clId="{F99ADFEB-9164-4B2C-A5D3-61D617A1BFCE}" dt="2026-06-23T13:29:27.881" v="4522" actId="1076"/>
          <ac:picMkLst>
            <pc:docMk/>
            <pc:sldMk cId="821500317" sldId="261"/>
            <ac:picMk id="5" creationId="{51B44F11-E507-7551-3A2F-B8EC0F0E5903}"/>
          </ac:picMkLst>
        </pc:picChg>
      </pc:sldChg>
      <pc:sldChg chg="addSp modSp new mod">
        <pc:chgData name="Damla Hilal Erden" userId="ec6aca768952e275" providerId="LiveId" clId="{F99ADFEB-9164-4B2C-A5D3-61D617A1BFCE}" dt="2026-06-23T13:36:06.337" v="4597" actId="2711"/>
        <pc:sldMkLst>
          <pc:docMk/>
          <pc:sldMk cId="2999231311" sldId="262"/>
        </pc:sldMkLst>
        <pc:spChg chg="add mod">
          <ac:chgData name="Damla Hilal Erden" userId="ec6aca768952e275" providerId="LiveId" clId="{F99ADFEB-9164-4B2C-A5D3-61D617A1BFCE}" dt="2026-06-23T13:34:45.498" v="4595" actId="1076"/>
          <ac:spMkLst>
            <pc:docMk/>
            <pc:sldMk cId="2999231311" sldId="262"/>
            <ac:spMk id="2" creationId="{4C61BDEB-B5A8-130C-45F4-AD685489EE1A}"/>
          </ac:spMkLst>
        </pc:spChg>
        <pc:spChg chg="add mod">
          <ac:chgData name="Damla Hilal Erden" userId="ec6aca768952e275" providerId="LiveId" clId="{F99ADFEB-9164-4B2C-A5D3-61D617A1BFCE}" dt="2026-06-23T13:36:06.337" v="4597" actId="2711"/>
          <ac:spMkLst>
            <pc:docMk/>
            <pc:sldMk cId="2999231311" sldId="262"/>
            <ac:spMk id="3" creationId="{27A979CC-C7C8-8154-973A-2A6C9B6CE88F}"/>
          </ac:spMkLst>
        </pc:spChg>
        <pc:picChg chg="add mod">
          <ac:chgData name="Damla Hilal Erden" userId="ec6aca768952e275" providerId="LiveId" clId="{F99ADFEB-9164-4B2C-A5D3-61D617A1BFCE}" dt="2026-06-23T13:34:16.002" v="4567" actId="14100"/>
          <ac:picMkLst>
            <pc:docMk/>
            <pc:sldMk cId="2999231311" sldId="262"/>
            <ac:picMk id="5" creationId="{88908452-7F50-4431-E855-90871C26C17B}"/>
          </ac:picMkLst>
        </pc:picChg>
        <pc:picChg chg="add mod">
          <ac:chgData name="Damla Hilal Erden" userId="ec6aca768952e275" providerId="LiveId" clId="{F99ADFEB-9164-4B2C-A5D3-61D617A1BFCE}" dt="2026-06-23T13:34:13.134" v="4566" actId="14100"/>
          <ac:picMkLst>
            <pc:docMk/>
            <pc:sldMk cId="2999231311" sldId="262"/>
            <ac:picMk id="7" creationId="{6615DEBF-7A46-699C-39E4-59519C3FE761}"/>
          </ac:picMkLst>
        </pc:picChg>
      </pc:sldChg>
      <pc:sldChg chg="addSp modSp new mod">
        <pc:chgData name="Damla Hilal Erden" userId="ec6aca768952e275" providerId="LiveId" clId="{F99ADFEB-9164-4B2C-A5D3-61D617A1BFCE}" dt="2026-06-23T13:39:07.935" v="4618" actId="1076"/>
        <pc:sldMkLst>
          <pc:docMk/>
          <pc:sldMk cId="3260247765" sldId="263"/>
        </pc:sldMkLst>
        <pc:spChg chg="add mod">
          <ac:chgData name="Damla Hilal Erden" userId="ec6aca768952e275" providerId="LiveId" clId="{F99ADFEB-9164-4B2C-A5D3-61D617A1BFCE}" dt="2026-06-23T13:38:33.395" v="4613" actId="207"/>
          <ac:spMkLst>
            <pc:docMk/>
            <pc:sldMk cId="3260247765" sldId="263"/>
            <ac:spMk id="2" creationId="{D0B2F80A-7687-88B8-39AD-CA1A8A0A7DCD}"/>
          </ac:spMkLst>
        </pc:spChg>
        <pc:spChg chg="add mod">
          <ac:chgData name="Damla Hilal Erden" userId="ec6aca768952e275" providerId="LiveId" clId="{F99ADFEB-9164-4B2C-A5D3-61D617A1BFCE}" dt="2026-06-23T13:38:58.725" v="4617" actId="20577"/>
          <ac:spMkLst>
            <pc:docMk/>
            <pc:sldMk cId="3260247765" sldId="263"/>
            <ac:spMk id="3" creationId="{DC463FAA-0907-0357-3C3D-E7DA8E620AA1}"/>
          </ac:spMkLst>
        </pc:spChg>
        <pc:picChg chg="add mod">
          <ac:chgData name="Damla Hilal Erden" userId="ec6aca768952e275" providerId="LiveId" clId="{F99ADFEB-9164-4B2C-A5D3-61D617A1BFCE}" dt="2026-06-23T13:39:07.935" v="4618" actId="1076"/>
          <ac:picMkLst>
            <pc:docMk/>
            <pc:sldMk cId="3260247765" sldId="263"/>
            <ac:picMk id="5" creationId="{AB467784-67EC-A5AE-F4DB-C827CEDB4AC3}"/>
          </ac:picMkLst>
        </pc:picChg>
      </pc:sldChg>
      <pc:sldChg chg="addSp delSp modSp new mod">
        <pc:chgData name="Damla Hilal Erden" userId="ec6aca768952e275" providerId="LiveId" clId="{F99ADFEB-9164-4B2C-A5D3-61D617A1BFCE}" dt="2026-06-24T19:20:18.340" v="5408" actId="1076"/>
        <pc:sldMkLst>
          <pc:docMk/>
          <pc:sldMk cId="2835500067" sldId="264"/>
        </pc:sldMkLst>
        <pc:spChg chg="add mod">
          <ac:chgData name="Damla Hilal Erden" userId="ec6aca768952e275" providerId="LiveId" clId="{F99ADFEB-9164-4B2C-A5D3-61D617A1BFCE}" dt="2026-06-24T19:09:57.735" v="5402" actId="20577"/>
          <ac:spMkLst>
            <pc:docMk/>
            <pc:sldMk cId="2835500067" sldId="264"/>
            <ac:spMk id="2" creationId="{9798EFC6-7789-E19D-C181-F5B623A692F9}"/>
          </ac:spMkLst>
        </pc:spChg>
        <pc:spChg chg="add mod">
          <ac:chgData name="Damla Hilal Erden" userId="ec6aca768952e275" providerId="LiveId" clId="{F99ADFEB-9164-4B2C-A5D3-61D617A1BFCE}" dt="2026-06-23T15:53:59.461" v="5383" actId="20577"/>
          <ac:spMkLst>
            <pc:docMk/>
            <pc:sldMk cId="2835500067" sldId="264"/>
            <ac:spMk id="3" creationId="{5081C1BE-8018-9C07-4CD0-EA201735C321}"/>
          </ac:spMkLst>
        </pc:spChg>
        <pc:picChg chg="add del mod">
          <ac:chgData name="Damla Hilal Erden" userId="ec6aca768952e275" providerId="LiveId" clId="{F99ADFEB-9164-4B2C-A5D3-61D617A1BFCE}" dt="2026-06-24T19:20:03.382" v="5405" actId="478"/>
          <ac:picMkLst>
            <pc:docMk/>
            <pc:sldMk cId="2835500067" sldId="264"/>
            <ac:picMk id="4" creationId="{AE80F000-DE69-50EF-BD46-F4DDA4EFEC03}"/>
          </ac:picMkLst>
        </pc:picChg>
        <pc:picChg chg="add del mod">
          <ac:chgData name="Damla Hilal Erden" userId="ec6aca768952e275" providerId="LiveId" clId="{F99ADFEB-9164-4B2C-A5D3-61D617A1BFCE}" dt="2026-06-23T15:49:57.133" v="5338" actId="21"/>
          <ac:picMkLst>
            <pc:docMk/>
            <pc:sldMk cId="2835500067" sldId="264"/>
            <ac:picMk id="5" creationId="{4A5FCFE0-3AA8-FC65-BAE0-4633F900C5B0}"/>
          </ac:picMkLst>
        </pc:picChg>
        <pc:picChg chg="add mod">
          <ac:chgData name="Damla Hilal Erden" userId="ec6aca768952e275" providerId="LiveId" clId="{F99ADFEB-9164-4B2C-A5D3-61D617A1BFCE}" dt="2026-06-24T19:20:18.340" v="5408" actId="1076"/>
          <ac:picMkLst>
            <pc:docMk/>
            <pc:sldMk cId="2835500067" sldId="264"/>
            <ac:picMk id="6" creationId="{847CE0D6-6FBB-CB36-DBAC-5234C02B8A89}"/>
          </ac:picMkLst>
        </pc:picChg>
        <pc:picChg chg="add del mod">
          <ac:chgData name="Damla Hilal Erden" userId="ec6aca768952e275" providerId="LiveId" clId="{F99ADFEB-9164-4B2C-A5D3-61D617A1BFCE}" dt="2026-06-23T15:50:14.783" v="5340" actId="21"/>
          <ac:picMkLst>
            <pc:docMk/>
            <pc:sldMk cId="2835500067" sldId="264"/>
            <ac:picMk id="7" creationId="{8B109180-DBBB-4FE9-F6BB-045C2F8CA632}"/>
          </ac:picMkLst>
        </pc:picChg>
        <pc:picChg chg="add del">
          <ac:chgData name="Damla Hilal Erden" userId="ec6aca768952e275" providerId="LiveId" clId="{F99ADFEB-9164-4B2C-A5D3-61D617A1BFCE}" dt="2026-06-23T15:50:19.954" v="5342" actId="21"/>
          <ac:picMkLst>
            <pc:docMk/>
            <pc:sldMk cId="2835500067" sldId="264"/>
            <ac:picMk id="9" creationId="{63E01171-5E02-0AB8-ED26-5345B578F72E}"/>
          </ac:picMkLst>
        </pc:picChg>
        <pc:picChg chg="add del mod">
          <ac:chgData name="Damla Hilal Erden" userId="ec6aca768952e275" providerId="LiveId" clId="{F99ADFEB-9164-4B2C-A5D3-61D617A1BFCE}" dt="2026-06-23T15:50:47.771" v="5347" actId="478"/>
          <ac:picMkLst>
            <pc:docMk/>
            <pc:sldMk cId="2835500067" sldId="264"/>
            <ac:picMk id="11" creationId="{A6CC951D-9BB4-791D-6FC8-40912D5FFBAE}"/>
          </ac:picMkLst>
        </pc:picChg>
        <pc:picChg chg="add del mod">
          <ac:chgData name="Damla Hilal Erden" userId="ec6aca768952e275" providerId="LiveId" clId="{F99ADFEB-9164-4B2C-A5D3-61D617A1BFCE}" dt="2026-06-23T15:51:06.438" v="5351" actId="21"/>
          <ac:picMkLst>
            <pc:docMk/>
            <pc:sldMk cId="2835500067" sldId="264"/>
            <ac:picMk id="13" creationId="{95AF6178-B360-A70F-50AF-119585299CFE}"/>
          </ac:picMkLst>
        </pc:picChg>
        <pc:picChg chg="add del mod">
          <ac:chgData name="Damla Hilal Erden" userId="ec6aca768952e275" providerId="LiveId" clId="{F99ADFEB-9164-4B2C-A5D3-61D617A1BFCE}" dt="2026-06-24T19:19:59.376" v="5403" actId="21"/>
          <ac:picMkLst>
            <pc:docMk/>
            <pc:sldMk cId="2835500067" sldId="264"/>
            <ac:picMk id="15" creationId="{AE80F000-DE69-50EF-BD46-F4DDA4EFEC03}"/>
          </ac:picMkLst>
        </pc:picChg>
      </pc:sldChg>
      <pc:sldChg chg="addSp delSp modSp new mod">
        <pc:chgData name="Damla Hilal Erden" userId="ec6aca768952e275" providerId="LiveId" clId="{F99ADFEB-9164-4B2C-A5D3-61D617A1BFCE}" dt="2026-06-24T19:28:33.708" v="5436" actId="1076"/>
        <pc:sldMkLst>
          <pc:docMk/>
          <pc:sldMk cId="667433350" sldId="265"/>
        </pc:sldMkLst>
        <pc:spChg chg="add mod">
          <ac:chgData name="Damla Hilal Erden" userId="ec6aca768952e275" providerId="LiveId" clId="{F99ADFEB-9164-4B2C-A5D3-61D617A1BFCE}" dt="2026-06-23T14:21:41.840" v="4748" actId="1076"/>
          <ac:spMkLst>
            <pc:docMk/>
            <pc:sldMk cId="667433350" sldId="265"/>
            <ac:spMk id="2" creationId="{270FBF1A-CE58-D876-0F88-0F4CA0CB8422}"/>
          </ac:spMkLst>
        </pc:spChg>
        <pc:spChg chg="add mod">
          <ac:chgData name="Damla Hilal Erden" userId="ec6aca768952e275" providerId="LiveId" clId="{F99ADFEB-9164-4B2C-A5D3-61D617A1BFCE}" dt="2026-06-24T19:28:15.295" v="5429" actId="20577"/>
          <ac:spMkLst>
            <pc:docMk/>
            <pc:sldMk cId="667433350" sldId="265"/>
            <ac:spMk id="3" creationId="{0D670A7F-DD25-050B-2EC0-F60F8879B1D2}"/>
          </ac:spMkLst>
        </pc:spChg>
        <pc:spChg chg="add del">
          <ac:chgData name="Damla Hilal Erden" userId="ec6aca768952e275" providerId="LiveId" clId="{F99ADFEB-9164-4B2C-A5D3-61D617A1BFCE}" dt="2026-06-23T11:42:14.561" v="2250" actId="22"/>
          <ac:spMkLst>
            <pc:docMk/>
            <pc:sldMk cId="667433350" sldId="265"/>
            <ac:spMk id="5" creationId="{F9219744-DEC5-FCE2-A758-3A2A24070C9B}"/>
          </ac:spMkLst>
        </pc:spChg>
        <pc:picChg chg="add mod">
          <ac:chgData name="Damla Hilal Erden" userId="ec6aca768952e275" providerId="LiveId" clId="{F99ADFEB-9164-4B2C-A5D3-61D617A1BFCE}" dt="2026-06-24T19:28:33.708" v="5436" actId="1076"/>
          <ac:picMkLst>
            <pc:docMk/>
            <pc:sldMk cId="667433350" sldId="265"/>
            <ac:picMk id="7" creationId="{721C295A-D9D3-293C-1673-E36143B088DB}"/>
          </ac:picMkLst>
        </pc:picChg>
      </pc:sldChg>
      <pc:sldChg chg="addSp delSp modSp new mod">
        <pc:chgData name="Damla Hilal Erden" userId="ec6aca768952e275" providerId="LiveId" clId="{F99ADFEB-9164-4B2C-A5D3-61D617A1BFCE}" dt="2026-06-23T14:30:18.630" v="4830" actId="1076"/>
        <pc:sldMkLst>
          <pc:docMk/>
          <pc:sldMk cId="1233221596" sldId="266"/>
        </pc:sldMkLst>
        <pc:spChg chg="add mod">
          <ac:chgData name="Damla Hilal Erden" userId="ec6aca768952e275" providerId="LiveId" clId="{F99ADFEB-9164-4B2C-A5D3-61D617A1BFCE}" dt="2026-06-23T14:27:56.946" v="4827" actId="1076"/>
          <ac:spMkLst>
            <pc:docMk/>
            <pc:sldMk cId="1233221596" sldId="266"/>
            <ac:spMk id="2" creationId="{C7A84F40-7E3E-CC19-C12F-6AC9FD64F68D}"/>
          </ac:spMkLst>
        </pc:spChg>
        <pc:spChg chg="add del mod">
          <ac:chgData name="Damla Hilal Erden" userId="ec6aca768952e275" providerId="LiveId" clId="{F99ADFEB-9164-4B2C-A5D3-61D617A1BFCE}" dt="2026-06-23T11:43:32.529" v="2279"/>
          <ac:spMkLst>
            <pc:docMk/>
            <pc:sldMk cId="1233221596" sldId="266"/>
            <ac:spMk id="3" creationId="{BBE4591F-0D4C-BB93-DD60-1A59BE6357A5}"/>
          </ac:spMkLst>
        </pc:spChg>
        <pc:spChg chg="add del">
          <ac:chgData name="Damla Hilal Erden" userId="ec6aca768952e275" providerId="LiveId" clId="{F99ADFEB-9164-4B2C-A5D3-61D617A1BFCE}" dt="2026-06-23T11:56:02.403" v="2281" actId="22"/>
          <ac:spMkLst>
            <pc:docMk/>
            <pc:sldMk cId="1233221596" sldId="266"/>
            <ac:spMk id="5" creationId="{118AA364-33B9-1C47-3C0A-CC3A3F7EEE85}"/>
          </ac:spMkLst>
        </pc:spChg>
        <pc:spChg chg="add mod">
          <ac:chgData name="Damla Hilal Erden" userId="ec6aca768952e275" providerId="LiveId" clId="{F99ADFEB-9164-4B2C-A5D3-61D617A1BFCE}" dt="2026-06-23T14:30:03.902" v="4829" actId="5793"/>
          <ac:spMkLst>
            <pc:docMk/>
            <pc:sldMk cId="1233221596" sldId="266"/>
            <ac:spMk id="8" creationId="{B6D03712-52F2-A079-583D-60A26AADE9D8}"/>
          </ac:spMkLst>
        </pc:spChg>
        <pc:picChg chg="add mod">
          <ac:chgData name="Damla Hilal Erden" userId="ec6aca768952e275" providerId="LiveId" clId="{F99ADFEB-9164-4B2C-A5D3-61D617A1BFCE}" dt="2026-06-23T14:30:18.630" v="4830" actId="1076"/>
          <ac:picMkLst>
            <pc:docMk/>
            <pc:sldMk cId="1233221596" sldId="266"/>
            <ac:picMk id="7" creationId="{01EC2904-B56F-E16B-1AAC-0816EA8206BD}"/>
          </ac:picMkLst>
        </pc:picChg>
      </pc:sldChg>
      <pc:sldChg chg="addSp modSp new add del mod">
        <pc:chgData name="Damla Hilal Erden" userId="ec6aca768952e275" providerId="LiveId" clId="{F99ADFEB-9164-4B2C-A5D3-61D617A1BFCE}" dt="2026-06-23T14:32:07.282" v="4838" actId="2696"/>
        <pc:sldMkLst>
          <pc:docMk/>
          <pc:sldMk cId="3207494569" sldId="267"/>
        </pc:sldMkLst>
        <pc:spChg chg="add mod">
          <ac:chgData name="Damla Hilal Erden" userId="ec6aca768952e275" providerId="LiveId" clId="{F99ADFEB-9164-4B2C-A5D3-61D617A1BFCE}" dt="2026-06-23T11:58:03.920" v="2306" actId="404"/>
          <ac:spMkLst>
            <pc:docMk/>
            <pc:sldMk cId="3207494569" sldId="267"/>
            <ac:spMk id="2" creationId="{158BD976-EB35-7EAD-28F6-BD93FAEB1107}"/>
          </ac:spMkLst>
        </pc:spChg>
        <pc:spChg chg="add mod">
          <ac:chgData name="Damla Hilal Erden" userId="ec6aca768952e275" providerId="LiveId" clId="{F99ADFEB-9164-4B2C-A5D3-61D617A1BFCE}" dt="2026-06-23T14:24:56.524" v="4766"/>
          <ac:spMkLst>
            <pc:docMk/>
            <pc:sldMk cId="3207494569" sldId="267"/>
            <ac:spMk id="3" creationId="{8E661F5F-F8BA-78C9-F753-48B82D72174F}"/>
          </ac:spMkLst>
        </pc:spChg>
      </pc:sldChg>
      <pc:sldChg chg="addSp delSp modSp new mod">
        <pc:chgData name="Damla Hilal Erden" userId="ec6aca768952e275" providerId="LiveId" clId="{F99ADFEB-9164-4B2C-A5D3-61D617A1BFCE}" dt="2026-06-23T15:55:03.289" v="5389" actId="5793"/>
        <pc:sldMkLst>
          <pc:docMk/>
          <pc:sldMk cId="718495426" sldId="268"/>
        </pc:sldMkLst>
        <pc:spChg chg="add mod">
          <ac:chgData name="Damla Hilal Erden" userId="ec6aca768952e275" providerId="LiveId" clId="{F99ADFEB-9164-4B2C-A5D3-61D617A1BFCE}" dt="2026-06-23T14:36:21.732" v="4920" actId="1076"/>
          <ac:spMkLst>
            <pc:docMk/>
            <pc:sldMk cId="718495426" sldId="268"/>
            <ac:spMk id="2" creationId="{CE184EEF-AC98-9422-CB28-E72B0C235744}"/>
          </ac:spMkLst>
        </pc:spChg>
        <pc:spChg chg="add del mod">
          <ac:chgData name="Damla Hilal Erden" userId="ec6aca768952e275" providerId="LiveId" clId="{F99ADFEB-9164-4B2C-A5D3-61D617A1BFCE}" dt="2026-06-23T12:02:18.134" v="2796"/>
          <ac:spMkLst>
            <pc:docMk/>
            <pc:sldMk cId="718495426" sldId="268"/>
            <ac:spMk id="3" creationId="{43B7BF4D-6F78-E710-1A62-BF8C394B3F13}"/>
          </ac:spMkLst>
        </pc:spChg>
        <pc:spChg chg="add mod">
          <ac:chgData name="Damla Hilal Erden" userId="ec6aca768952e275" providerId="LiveId" clId="{F99ADFEB-9164-4B2C-A5D3-61D617A1BFCE}" dt="2026-06-23T15:55:03.289" v="5389" actId="5793"/>
          <ac:spMkLst>
            <pc:docMk/>
            <pc:sldMk cId="718495426" sldId="268"/>
            <ac:spMk id="6" creationId="{007D8742-61CE-C8A5-86EF-8AF21512D95D}"/>
          </ac:spMkLst>
        </pc:spChg>
        <pc:spChg chg="add">
          <ac:chgData name="Damla Hilal Erden" userId="ec6aca768952e275" providerId="LiveId" clId="{F99ADFEB-9164-4B2C-A5D3-61D617A1BFCE}" dt="2026-06-23T14:31:51.754" v="4835"/>
          <ac:spMkLst>
            <pc:docMk/>
            <pc:sldMk cId="718495426" sldId="268"/>
            <ac:spMk id="9" creationId="{D6A6CEFB-EF3E-128C-CBD7-7654F3C36DD2}"/>
          </ac:spMkLst>
        </pc:spChg>
        <pc:graphicFrameChg chg="add del mod modGraphic">
          <ac:chgData name="Damla Hilal Erden" userId="ec6aca768952e275" providerId="LiveId" clId="{F99ADFEB-9164-4B2C-A5D3-61D617A1BFCE}" dt="2026-06-23T14:32:36.837" v="4843" actId="478"/>
          <ac:graphicFrameMkLst>
            <pc:docMk/>
            <pc:sldMk cId="718495426" sldId="268"/>
            <ac:graphicFrameMk id="7" creationId="{E7822F3B-BB3C-81ED-2E38-A1E5B697FFD8}"/>
          </ac:graphicFrameMkLst>
        </pc:graphicFrameChg>
        <pc:picChg chg="add mod">
          <ac:chgData name="Damla Hilal Erden" userId="ec6aca768952e275" providerId="LiveId" clId="{F99ADFEB-9164-4B2C-A5D3-61D617A1BFCE}" dt="2026-06-23T14:36:24.565" v="4921" actId="1076"/>
          <ac:picMkLst>
            <pc:docMk/>
            <pc:sldMk cId="718495426" sldId="268"/>
            <ac:picMk id="5" creationId="{0DCF0D7E-89AF-408B-1456-AB57EAACCB30}"/>
          </ac:picMkLst>
        </pc:picChg>
      </pc:sldChg>
      <pc:sldChg chg="addSp delSp modSp new mod">
        <pc:chgData name="Damla Hilal Erden" userId="ec6aca768952e275" providerId="LiveId" clId="{F99ADFEB-9164-4B2C-A5D3-61D617A1BFCE}" dt="2026-06-24T19:32:23.693" v="5455" actId="1076"/>
        <pc:sldMkLst>
          <pc:docMk/>
          <pc:sldMk cId="1621575774" sldId="269"/>
        </pc:sldMkLst>
        <pc:spChg chg="add mod">
          <ac:chgData name="Damla Hilal Erden" userId="ec6aca768952e275" providerId="LiveId" clId="{F99ADFEB-9164-4B2C-A5D3-61D617A1BFCE}" dt="2026-06-23T14:37:49.114" v="4935" actId="1076"/>
          <ac:spMkLst>
            <pc:docMk/>
            <pc:sldMk cId="1621575774" sldId="269"/>
            <ac:spMk id="2" creationId="{8D9D2326-5BB4-AD63-8E6D-B06DCA9E4081}"/>
          </ac:spMkLst>
        </pc:spChg>
        <pc:spChg chg="add del mod">
          <ac:chgData name="Damla Hilal Erden" userId="ec6aca768952e275" providerId="LiveId" clId="{F99ADFEB-9164-4B2C-A5D3-61D617A1BFCE}" dt="2026-06-23T12:05:03.637" v="2974"/>
          <ac:spMkLst>
            <pc:docMk/>
            <pc:sldMk cId="1621575774" sldId="269"/>
            <ac:spMk id="3" creationId="{A4516ABF-A568-8C6B-D8E8-3315AB6A314B}"/>
          </ac:spMkLst>
        </pc:spChg>
        <pc:spChg chg="add mod">
          <ac:chgData name="Damla Hilal Erden" userId="ec6aca768952e275" providerId="LiveId" clId="{F99ADFEB-9164-4B2C-A5D3-61D617A1BFCE}" dt="2026-06-24T19:29:12.892" v="5443" actId="6549"/>
          <ac:spMkLst>
            <pc:docMk/>
            <pc:sldMk cId="1621575774" sldId="269"/>
            <ac:spMk id="8" creationId="{FA3239E6-16D9-A46C-9B8D-5A7619CB7361}"/>
          </ac:spMkLst>
        </pc:spChg>
        <pc:picChg chg="add mod">
          <ac:chgData name="Damla Hilal Erden" userId="ec6aca768952e275" providerId="LiveId" clId="{F99ADFEB-9164-4B2C-A5D3-61D617A1BFCE}" dt="2026-06-24T19:32:23.693" v="5455" actId="1076"/>
          <ac:picMkLst>
            <pc:docMk/>
            <pc:sldMk cId="1621575774" sldId="269"/>
            <ac:picMk id="5" creationId="{6CA28157-650D-1514-9508-EF6C3372C651}"/>
          </ac:picMkLst>
        </pc:picChg>
        <pc:picChg chg="add mod">
          <ac:chgData name="Damla Hilal Erden" userId="ec6aca768952e275" providerId="LiveId" clId="{F99ADFEB-9164-4B2C-A5D3-61D617A1BFCE}" dt="2026-06-24T19:32:14.596" v="5452" actId="1076"/>
          <ac:picMkLst>
            <pc:docMk/>
            <pc:sldMk cId="1621575774" sldId="269"/>
            <ac:picMk id="7" creationId="{BFB951B5-B7DD-58C1-D011-1C78B6CDEB31}"/>
          </ac:picMkLst>
        </pc:picChg>
      </pc:sldChg>
      <pc:sldChg chg="modSp new del mod">
        <pc:chgData name="Damla Hilal Erden" userId="ec6aca768952e275" providerId="LiveId" clId="{F99ADFEB-9164-4B2C-A5D3-61D617A1BFCE}" dt="2026-06-23T12:41:20.095" v="3365" actId="2696"/>
        <pc:sldMkLst>
          <pc:docMk/>
          <pc:sldMk cId="2335534025" sldId="270"/>
        </pc:sldMkLst>
        <pc:spChg chg="mod">
          <ac:chgData name="Damla Hilal Erden" userId="ec6aca768952e275" providerId="LiveId" clId="{F99ADFEB-9164-4B2C-A5D3-61D617A1BFCE}" dt="2026-06-23T12:41:03.779" v="3362"/>
          <ac:spMkLst>
            <pc:docMk/>
            <pc:sldMk cId="2335534025" sldId="270"/>
            <ac:spMk id="2" creationId="{D5310F69-A330-AB0C-5E9E-3E79CEECF0A6}"/>
          </ac:spMkLst>
        </pc:spChg>
        <pc:spChg chg="mod">
          <ac:chgData name="Damla Hilal Erden" userId="ec6aca768952e275" providerId="LiveId" clId="{F99ADFEB-9164-4B2C-A5D3-61D617A1BFCE}" dt="2026-06-23T12:41:12.169" v="3364" actId="27636"/>
          <ac:spMkLst>
            <pc:docMk/>
            <pc:sldMk cId="2335534025" sldId="270"/>
            <ac:spMk id="4" creationId="{35375595-3C81-165F-CA1F-C7B637249B54}"/>
          </ac:spMkLst>
        </pc:spChg>
      </pc:sldChg>
      <pc:sldChg chg="addSp delSp modSp new mod">
        <pc:chgData name="Damla Hilal Erden" userId="ec6aca768952e275" providerId="LiveId" clId="{F99ADFEB-9164-4B2C-A5D3-61D617A1BFCE}" dt="2026-06-23T15:30:24.705" v="5332" actId="20577"/>
        <pc:sldMkLst>
          <pc:docMk/>
          <pc:sldMk cId="2604219503" sldId="270"/>
        </pc:sldMkLst>
        <pc:spChg chg="add mod">
          <ac:chgData name="Damla Hilal Erden" userId="ec6aca768952e275" providerId="LiveId" clId="{F99ADFEB-9164-4B2C-A5D3-61D617A1BFCE}" dt="2026-06-23T12:50:45.166" v="3462" actId="207"/>
          <ac:spMkLst>
            <pc:docMk/>
            <pc:sldMk cId="2604219503" sldId="270"/>
            <ac:spMk id="2" creationId="{BFD02AA3-7DAB-DCA1-FBD3-02D5940587D0}"/>
          </ac:spMkLst>
        </pc:spChg>
        <pc:spChg chg="add del mod">
          <ac:chgData name="Damla Hilal Erden" userId="ec6aca768952e275" providerId="LiveId" clId="{F99ADFEB-9164-4B2C-A5D3-61D617A1BFCE}" dt="2026-06-23T12:41:56.068" v="3379"/>
          <ac:spMkLst>
            <pc:docMk/>
            <pc:sldMk cId="2604219503" sldId="270"/>
            <ac:spMk id="3" creationId="{CCE7E26D-A345-B1C7-F5E1-5236CF9010C1}"/>
          </ac:spMkLst>
        </pc:spChg>
        <pc:spChg chg="add mod">
          <ac:chgData name="Damla Hilal Erden" userId="ec6aca768952e275" providerId="LiveId" clId="{F99ADFEB-9164-4B2C-A5D3-61D617A1BFCE}" dt="2026-06-23T15:30:24.705" v="5332" actId="20577"/>
          <ac:spMkLst>
            <pc:docMk/>
            <pc:sldMk cId="2604219503" sldId="270"/>
            <ac:spMk id="4" creationId="{7B78B42E-D0E6-5C6B-4A82-827E0A8ED423}"/>
          </ac:spMkLst>
        </pc:spChg>
        <pc:picChg chg="add mod">
          <ac:chgData name="Damla Hilal Erden" userId="ec6aca768952e275" providerId="LiveId" clId="{F99ADFEB-9164-4B2C-A5D3-61D617A1BFCE}" dt="2026-06-23T12:46:10.157" v="3418" actId="1076"/>
          <ac:picMkLst>
            <pc:docMk/>
            <pc:sldMk cId="2604219503" sldId="270"/>
            <ac:picMk id="6" creationId="{241B0607-B05C-A436-052C-10BDB4855F6C}"/>
          </ac:picMkLst>
        </pc:picChg>
      </pc:sldChg>
      <pc:sldChg chg="addSp modSp new mod">
        <pc:chgData name="Damla Hilal Erden" userId="ec6aca768952e275" providerId="LiveId" clId="{F99ADFEB-9164-4B2C-A5D3-61D617A1BFCE}" dt="2026-06-23T15:56:27.331" v="5401" actId="255"/>
        <pc:sldMkLst>
          <pc:docMk/>
          <pc:sldMk cId="3277421068" sldId="271"/>
        </pc:sldMkLst>
        <pc:spChg chg="add mod">
          <ac:chgData name="Damla Hilal Erden" userId="ec6aca768952e275" providerId="LiveId" clId="{F99ADFEB-9164-4B2C-A5D3-61D617A1BFCE}" dt="2026-06-23T14:44:18.329" v="5011" actId="1076"/>
          <ac:spMkLst>
            <pc:docMk/>
            <pc:sldMk cId="3277421068" sldId="271"/>
            <ac:spMk id="2" creationId="{F748A175-A6F0-13EA-627F-B3F5DD4C88EE}"/>
          </ac:spMkLst>
        </pc:spChg>
        <pc:spChg chg="add mod">
          <ac:chgData name="Damla Hilal Erden" userId="ec6aca768952e275" providerId="LiveId" clId="{F99ADFEB-9164-4B2C-A5D3-61D617A1BFCE}" dt="2026-06-23T15:56:27.331" v="5401" actId="255"/>
          <ac:spMkLst>
            <pc:docMk/>
            <pc:sldMk cId="3277421068" sldId="271"/>
            <ac:spMk id="3" creationId="{D7F0F2DF-1111-CD0C-97C9-9C6DB51E730B}"/>
          </ac:spMkLst>
        </pc:spChg>
      </pc:sldChg>
      <pc:sldChg chg="addSp delSp modSp new mod modClrScheme chgLayout">
        <pc:chgData name="Damla Hilal Erden" userId="ec6aca768952e275" providerId="LiveId" clId="{F99ADFEB-9164-4B2C-A5D3-61D617A1BFCE}" dt="2026-06-24T19:48:26.631" v="5527" actId="478"/>
        <pc:sldMkLst>
          <pc:docMk/>
          <pc:sldMk cId="1549354743" sldId="272"/>
        </pc:sldMkLst>
        <pc:spChg chg="mod ord">
          <ac:chgData name="Damla Hilal Erden" userId="ec6aca768952e275" providerId="LiveId" clId="{F99ADFEB-9164-4B2C-A5D3-61D617A1BFCE}" dt="2026-06-24T19:48:22.297" v="5526" actId="27636"/>
          <ac:spMkLst>
            <pc:docMk/>
            <pc:sldMk cId="1549354743" sldId="272"/>
            <ac:spMk id="2" creationId="{CC5C2E0D-EA56-13C1-971D-2B24F7B29E89}"/>
          </ac:spMkLst>
        </pc:spChg>
        <pc:spChg chg="add mod">
          <ac:chgData name="Damla Hilal Erden" userId="ec6aca768952e275" providerId="LiveId" clId="{F99ADFEB-9164-4B2C-A5D3-61D617A1BFCE}" dt="2026-06-24T19:47:56.640" v="5522" actId="122"/>
          <ac:spMkLst>
            <pc:docMk/>
            <pc:sldMk cId="1549354743" sldId="272"/>
            <ac:spMk id="3" creationId="{98B2527F-FA70-E42C-8442-410C154F21C9}"/>
          </ac:spMkLst>
        </pc:spChg>
        <pc:spChg chg="add del mod ord">
          <ac:chgData name="Damla Hilal Erden" userId="ec6aca768952e275" providerId="LiveId" clId="{F99ADFEB-9164-4B2C-A5D3-61D617A1BFCE}" dt="2026-06-24T19:48:26.631" v="5527" actId="478"/>
          <ac:spMkLst>
            <pc:docMk/>
            <pc:sldMk cId="1549354743" sldId="272"/>
            <ac:spMk id="4" creationId="{EAA998E0-8356-28D2-40C1-DF55B2E6FF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07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402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41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0026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795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092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361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5709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96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471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5852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95300E6-E186-4A10-B22A-61837EABDC70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7BC3A6D-8A41-42D4-A637-734038695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731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107710-6753-DA4E-31E8-E05FD426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3048" y="2426407"/>
            <a:ext cx="4565904" cy="1192119"/>
          </a:xfrm>
        </p:spPr>
        <p:txBody>
          <a:bodyPr anchor="b">
            <a:noAutofit/>
          </a:bodyPr>
          <a:lstStyle/>
          <a:p>
            <a:r>
              <a:rPr lang="tr-TR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Makine Öğrenmesi ile Diyabet Teşhisinde Sınıf Dengesizliği ve Karar Eşiği Optimizasyonu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5902D11-BD99-447B-481F-0C181EAC2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1984" y="4087885"/>
            <a:ext cx="5010912" cy="954008"/>
          </a:xfrm>
        </p:spPr>
        <p:txBody>
          <a:bodyPr>
            <a:normAutofit fontScale="70000" lnSpcReduction="20000"/>
          </a:bodyPr>
          <a:lstStyle/>
          <a:p>
            <a:pPr algn="l"/>
            <a:endParaRPr lang="tr-TR" sz="900" dirty="0"/>
          </a:p>
          <a:p>
            <a:r>
              <a:rPr lang="tr-T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Öğrenci: Damla Hilal Erden 22052088</a:t>
            </a:r>
          </a:p>
          <a:p>
            <a:r>
              <a:rPr lang="tr-TR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Tez Yöneticisi: Prof. Dr. Fatih Taşçı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12CE0BE-AD3B-60F4-6C23-F29750AF2350}"/>
              </a:ext>
            </a:extLst>
          </p:cNvPr>
          <p:cNvSpPr txBox="1"/>
          <p:nvPr/>
        </p:nvSpPr>
        <p:spPr>
          <a:xfrm>
            <a:off x="2886456" y="1187607"/>
            <a:ext cx="6419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400" b="1" dirty="0"/>
              <a:t>BİTİRME TEZİ SUNUMU</a:t>
            </a:r>
          </a:p>
        </p:txBody>
      </p:sp>
    </p:spTree>
    <p:extLst>
      <p:ext uri="{BB962C8B-B14F-4D97-AF65-F5344CB8AC3E}">
        <p14:creationId xmlns:p14="http://schemas.microsoft.com/office/powerpoint/2010/main" val="54554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FD02AA3-7DAB-DCA1-FBD3-02D5940587D0}"/>
              </a:ext>
            </a:extLst>
          </p:cNvPr>
          <p:cNvSpPr txBox="1"/>
          <p:nvPr/>
        </p:nvSpPr>
        <p:spPr>
          <a:xfrm>
            <a:off x="1302298" y="957192"/>
            <a:ext cx="5687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</a:rPr>
              <a:t>GİRİŞ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B78B42E-D0E6-5C6B-4A82-827E0A8ED423}"/>
              </a:ext>
            </a:extLst>
          </p:cNvPr>
          <p:cNvSpPr txBox="1"/>
          <p:nvPr/>
        </p:nvSpPr>
        <p:spPr>
          <a:xfrm>
            <a:off x="1302298" y="1665802"/>
            <a:ext cx="625449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Küresel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Epidemi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(1990 - 2021):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862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1990: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yaklaşık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 Milyon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</a:t>
            </a:r>
          </a:p>
          <a:p>
            <a:pPr marL="38862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2021: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yaklaşık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800 Milyon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</a:t>
            </a:r>
            <a:endParaRPr lang="tr-T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287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Türkiye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Verileri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(TURDEP):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862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Yetişkin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nüfusta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diyabetli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hasta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sayısı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oranı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%13,7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8620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Beklentilerin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üzerinde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artış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60070" lvl="1" indent="-285750" algn="just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41B0607-B05C-A436-052C-10BDB485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112" y="1365381"/>
            <a:ext cx="2694333" cy="412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1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23A2435-C561-D08B-4BB6-2C8973663F43}"/>
              </a:ext>
            </a:extLst>
          </p:cNvPr>
          <p:cNvSpPr txBox="1"/>
          <p:nvPr/>
        </p:nvSpPr>
        <p:spPr>
          <a:xfrm>
            <a:off x="1143001" y="1070335"/>
            <a:ext cx="5199926" cy="868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PROBLEM TANIMI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AF3D5E5E-955B-FAE1-EB0B-BE8C9218B894}"/>
              </a:ext>
            </a:extLst>
          </p:cNvPr>
          <p:cNvSpPr txBox="1"/>
          <p:nvPr/>
        </p:nvSpPr>
        <p:spPr>
          <a:xfrm>
            <a:off x="1143000" y="2034365"/>
            <a:ext cx="5788152" cy="386351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hastalığı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tr-TR" sz="3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577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Kalp-damar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hastalıkları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4577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Böbrek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yetmezliği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4577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Görme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kaybı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45770" indent="-342900" defTabSz="914400">
              <a:lnSpc>
                <a:spcPct val="90000"/>
              </a:lnSpc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Nöropati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gibi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ciddi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komplikasyonlara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açabilmektedir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Erken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teşhis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komplikasyonların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önlenmesi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tedavi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başarısının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artırılması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açısından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kritik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öneme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sahiptir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endParaRPr lang="en-US" sz="3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Sonuç</a:t>
            </a:r>
            <a:r>
              <a:rPr lang="en-US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çalışmada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riskinin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erken</a:t>
            </a:r>
            <a:r>
              <a:rPr lang="tr-TR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belirlenmesine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yardımcı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olacak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güvenilir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açıklanabilir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makine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öğrenmesi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geliştirilmesi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amaçlanmıştır</a:t>
            </a:r>
            <a:r>
              <a:rPr lang="en-US" sz="3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1500" dirty="0">
              <a:solidFill>
                <a:schemeClr val="accent1"/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endParaRPr lang="en-US" sz="1500" dirty="0">
              <a:solidFill>
                <a:schemeClr val="accent1"/>
              </a:solidFill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9DF75C0-ABB1-1F46-9B52-EF85F8987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32" r="744" b="-2"/>
          <a:stretch>
            <a:fillRect/>
          </a:stretch>
        </p:blipFill>
        <p:spPr>
          <a:xfrm>
            <a:off x="7082319" y="1504431"/>
            <a:ext cx="3745540" cy="354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3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78A252D4-E826-3541-36DF-DD94430E2418}"/>
              </a:ext>
            </a:extLst>
          </p:cNvPr>
          <p:cNvSpPr txBox="1"/>
          <p:nvPr/>
        </p:nvSpPr>
        <p:spPr>
          <a:xfrm>
            <a:off x="5710668" y="1189061"/>
            <a:ext cx="41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VERİ SETİNİN TANIMI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1E0018B-30E5-AA3F-1682-D3CF6029433B}"/>
              </a:ext>
            </a:extLst>
          </p:cNvPr>
          <p:cNvSpPr txBox="1"/>
          <p:nvPr/>
        </p:nvSpPr>
        <p:spPr>
          <a:xfrm>
            <a:off x="5710668" y="1908591"/>
            <a:ext cx="58064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Pima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Indians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Diabetes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 seti kullanılmıştır.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Toplam 768 gözlem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bağımsız değişken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bağımlı hedef değişken (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endParaRPr lang="tr-T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Sınıf Dağılımı: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Sağlıklı bireyler: 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500 kişi (%65,1)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 hastaları: 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268 kişi (%34,9)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tr-T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C35D799-89CE-7627-632C-190F9EF29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384" y="1612343"/>
            <a:ext cx="3984052" cy="332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4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B2DB7A22-9CC3-12CD-769E-DE0B4C6DED2A}"/>
              </a:ext>
            </a:extLst>
          </p:cNvPr>
          <p:cNvSpPr txBox="1"/>
          <p:nvPr/>
        </p:nvSpPr>
        <p:spPr>
          <a:xfrm>
            <a:off x="1183307" y="1182887"/>
            <a:ext cx="4674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VERİ ÖN İŞLEME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AC86E0B1-F1A6-B4F6-077A-3AFC0B9B512E}"/>
              </a:ext>
            </a:extLst>
          </p:cNvPr>
          <p:cNvSpPr txBox="1"/>
          <p:nvPr/>
        </p:nvSpPr>
        <p:spPr>
          <a:xfrm>
            <a:off x="1183307" y="2026830"/>
            <a:ext cx="511454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Glucose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BMI ve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BloodPressure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değişkenlerinde biyolojik olarak mümkün olmayan sıfır değerler tespit edilmiştir.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değerler medyan değerleri ile doldurulmuştur.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İnsülin değişkeninde aykırı değerler olduğu görülmüştür.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değerler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Winsorizasyon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yöntemi uygulanmış ve üst değer 400 olarak belirlenmiştir.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27BE7AA0-5518-AB03-A9FB-7F526F9EC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41398"/>
            <a:ext cx="5396921" cy="269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7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4657790E-E7E9-BDC4-0BA8-F74BF6AC149E}"/>
              </a:ext>
            </a:extLst>
          </p:cNvPr>
          <p:cNvSpPr txBox="1"/>
          <p:nvPr/>
        </p:nvSpPr>
        <p:spPr>
          <a:xfrm>
            <a:off x="1152144" y="1549743"/>
            <a:ext cx="897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VERİ BÖLÜNMESİ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AADBF53-D388-6CF0-2F49-71184300CBFB}"/>
              </a:ext>
            </a:extLst>
          </p:cNvPr>
          <p:cNvSpPr txBox="1"/>
          <p:nvPr/>
        </p:nvSpPr>
        <p:spPr>
          <a:xfrm>
            <a:off x="1152144" y="2451919"/>
            <a:ext cx="43535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Pima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Indians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veri seti %80 eğitim ve %20 test kümesi olmak üzere ikiye ayrılmıştır.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setinin sınıf dağılımının korunması için “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sampling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yöntemi tercih edilmiştir.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tr-TR" sz="20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1B44F11-E507-7551-3A2F-B8EC0F0E5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276" y="2015646"/>
            <a:ext cx="5721025" cy="268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0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4C61BDEB-B5A8-130C-45F4-AD685489EE1A}"/>
              </a:ext>
            </a:extLst>
          </p:cNvPr>
          <p:cNvSpPr txBox="1"/>
          <p:nvPr/>
        </p:nvSpPr>
        <p:spPr>
          <a:xfrm>
            <a:off x="1216152" y="1274000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VERİ ÖLÇEKLEME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7A979CC-C7C8-8154-973A-2A6C9B6CE88F}"/>
              </a:ext>
            </a:extLst>
          </p:cNvPr>
          <p:cNvSpPr txBox="1"/>
          <p:nvPr/>
        </p:nvSpPr>
        <p:spPr>
          <a:xfrm>
            <a:off x="1216152" y="2014938"/>
            <a:ext cx="45445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Değişkenler farklı ölçüm aralıklarına sahiptir.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Büyük ölçekli değişkenler model üzerinde baskın hale gelebilir.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Özellikle 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 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Lojistik Regresyon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ölçek farklılıklarından doğrudan etkilenmektedir.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Ölçekleme parametreleri yalnızca 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eğitim verisinden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öğrenilmiştir.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Böylece veri sızıntısı (Data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Leakage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önlenmiştir. 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8908452-7F50-4431-E855-90871C26C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895" y="992604"/>
            <a:ext cx="5158661" cy="2190537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615DEBF-7A46-699C-39E4-59519C3FE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429000"/>
            <a:ext cx="5088557" cy="23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31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D0B2F80A-7687-88B8-39AD-CA1A8A0A7DCD}"/>
              </a:ext>
            </a:extLst>
          </p:cNvPr>
          <p:cNvSpPr txBox="1"/>
          <p:nvPr/>
        </p:nvSpPr>
        <p:spPr>
          <a:xfrm>
            <a:off x="6096000" y="1096081"/>
            <a:ext cx="4177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SINIF DENGELEME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C463FAA-0907-0357-3C3D-E7DA8E620AA1}"/>
              </a:ext>
            </a:extLst>
          </p:cNvPr>
          <p:cNvSpPr txBox="1"/>
          <p:nvPr/>
        </p:nvSpPr>
        <p:spPr>
          <a:xfrm>
            <a:off x="6096000" y="1747948"/>
            <a:ext cx="51078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setinde sınıf dağılımı dengesizdir.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durum modellerin çoğunluk sınıfına yönelmesine ve diyabet hastalarının gözden kaçmasına neden olabilir.</a:t>
            </a:r>
          </a:p>
          <a:p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Çözüm: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 uygulanmıştır.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Azınlık sınıfına ait sentetik örnekler üretilmiştir.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Eğitim verisindeki sınıf dağılımı dengelenmiştir.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İşlem yalnızca eğitim setine uygulanmıştır.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B467784-67EC-A5AE-F4DB-C827CEDB4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47" y="2055760"/>
            <a:ext cx="4833497" cy="241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4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798EFC6-7789-E19D-C181-F5B623A692F9}"/>
              </a:ext>
            </a:extLst>
          </p:cNvPr>
          <p:cNvSpPr txBox="1"/>
          <p:nvPr/>
        </p:nvSpPr>
        <p:spPr>
          <a:xfrm>
            <a:off x="882155" y="852798"/>
            <a:ext cx="94962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İÇ İÇE ÇAPRAZ DOĞRULAMA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081C1BE-8018-9C07-4CD0-EA201735C321}"/>
              </a:ext>
            </a:extLst>
          </p:cNvPr>
          <p:cNvSpPr txBox="1"/>
          <p:nvPr/>
        </p:nvSpPr>
        <p:spPr>
          <a:xfrm>
            <a:off x="902208" y="1636776"/>
            <a:ext cx="1038758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İki Katmanlı Döngü Mimarisi (</a:t>
            </a:r>
            <a:r>
              <a:rPr lang="tr-T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CV):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Dış Döngü (Outer </a:t>
            </a:r>
            <a:r>
              <a:rPr lang="tr-T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5 </a:t>
            </a:r>
            <a:r>
              <a:rPr lang="tr-T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tr-T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 genelleme performansını ölçer.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 iterasyonda farklı bir test alt kümesi kullanılır.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İç Döngü (Inner </a:t>
            </a:r>
            <a:r>
              <a:rPr lang="tr-T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3 </a:t>
            </a:r>
            <a:r>
              <a:rPr lang="tr-T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Fold</a:t>
            </a:r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uygun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hiperparametreleri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belirler.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uygulanır. </a:t>
            </a:r>
          </a:p>
          <a:p>
            <a:pPr lvl="1"/>
            <a:endParaRPr lang="tr-T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Neden Kullanıldı: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Küçük veri setlerinde performans tahminleri yanıltıcı olabilir.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Hiperparametre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optimizasyonu sırasında aşırı uyum oluşabilir.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Daha güvenilir performans değerlendirmesi elde etmek amaçlanmıştır. </a:t>
            </a:r>
          </a:p>
          <a:p>
            <a:endParaRPr lang="tr-T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/>
          </a:p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47CE0D6-6FBB-CB36-DBAC-5234C02B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003" y="1020278"/>
            <a:ext cx="3372864" cy="389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0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270FBF1A-CE58-D876-0F88-0F4CA0CB8422}"/>
              </a:ext>
            </a:extLst>
          </p:cNvPr>
          <p:cNvSpPr txBox="1"/>
          <p:nvPr/>
        </p:nvSpPr>
        <p:spPr>
          <a:xfrm>
            <a:off x="1260909" y="1135781"/>
            <a:ext cx="7122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KULLANILAN ALGORİTMALAR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0D670A7F-DD25-050B-2EC0-F60F8879B1D2}"/>
              </a:ext>
            </a:extLst>
          </p:cNvPr>
          <p:cNvSpPr txBox="1"/>
          <p:nvPr/>
        </p:nvSpPr>
        <p:spPr>
          <a:xfrm>
            <a:off x="1260909" y="2151728"/>
            <a:ext cx="71226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Lojistik Regresyon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K-En Yakın Komşu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Karar Ağaçları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Rastgele Orman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Katmanlı Topluluk Öğrenmesi (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Stacking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</a:t>
            </a: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21C295A-D9D3-293C-1673-E36143B08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914" y="1578190"/>
            <a:ext cx="4535985" cy="277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3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7A84F40-7E3E-CC19-C12F-6AC9FD64F68D}"/>
              </a:ext>
            </a:extLst>
          </p:cNvPr>
          <p:cNvSpPr txBox="1"/>
          <p:nvPr/>
        </p:nvSpPr>
        <p:spPr>
          <a:xfrm>
            <a:off x="1117218" y="806029"/>
            <a:ext cx="3475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İYİ MODELLER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01EC2904-B56F-E16B-1AAC-0816EA820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14" y="1481803"/>
            <a:ext cx="6670507" cy="4178333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B6D03712-52F2-A079-583D-60A26AADE9D8}"/>
              </a:ext>
            </a:extLst>
          </p:cNvPr>
          <p:cNvSpPr txBox="1"/>
          <p:nvPr/>
        </p:nvSpPr>
        <p:spPr>
          <a:xfrm>
            <a:off x="7787725" y="1871953"/>
            <a:ext cx="38496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yüksek F1-Skoru: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yüksek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=0.40)</a:t>
            </a: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yüksek AUC: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endParaRPr lang="tr-T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Nihai Model:</a:t>
            </a:r>
          </a:p>
          <a:p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Precision–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–AUC dengesi birlikte değerlendirildiğinde,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0.45) 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nihai model olarak seçilmiştir.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322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CE184EEF-AC98-9422-CB28-E72B0C235744}"/>
              </a:ext>
            </a:extLst>
          </p:cNvPr>
          <p:cNvSpPr txBox="1"/>
          <p:nvPr/>
        </p:nvSpPr>
        <p:spPr>
          <a:xfrm>
            <a:off x="1217597" y="1309035"/>
            <a:ext cx="3939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KALİBRASYON ANALİZİ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DCF0D7E-89AF-408B-1456-AB57EAACC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597" y="1974616"/>
            <a:ext cx="3457883" cy="3457883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07D8742-61CE-C8A5-86EF-8AF21512D95D}"/>
              </a:ext>
            </a:extLst>
          </p:cNvPr>
          <p:cNvSpPr txBox="1"/>
          <p:nvPr/>
        </p:nvSpPr>
        <p:spPr>
          <a:xfrm>
            <a:off x="5340096" y="1893810"/>
            <a:ext cx="58573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Amaç: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Modellerin ürettiği olasılık tahminlerinin güvenilirliğini değerlendirmek.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Mükemmel kalibrasyonda eğrinin mükemmellik çizgisine yakın olması beklenir.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 mükemmellik çizgisine daha yakın sonuçlar üretmiştir.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Stacking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 daha fazla sapma göstermiştir. </a:t>
            </a:r>
          </a:p>
          <a:p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Çıkarım:</a:t>
            </a:r>
          </a:p>
          <a:p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daha güvenilir ve daha kararlı olasılık tahminleri üretmiştir.</a:t>
            </a:r>
          </a:p>
        </p:txBody>
      </p:sp>
    </p:spTree>
    <p:extLst>
      <p:ext uri="{BB962C8B-B14F-4D97-AF65-F5344CB8AC3E}">
        <p14:creationId xmlns:p14="http://schemas.microsoft.com/office/powerpoint/2010/main" val="71849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8D9D2326-5BB4-AD63-8E6D-B06DCA9E4081}"/>
              </a:ext>
            </a:extLst>
          </p:cNvPr>
          <p:cNvSpPr txBox="1"/>
          <p:nvPr/>
        </p:nvSpPr>
        <p:spPr>
          <a:xfrm>
            <a:off x="1261872" y="914400"/>
            <a:ext cx="8385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 ANALİZİ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CA28157-650D-1514-9508-EF6C3372C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669" y="343412"/>
            <a:ext cx="5080796" cy="298496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BFB951B5-B7DD-58C1-D011-1C78B6CDE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723" y="3302147"/>
            <a:ext cx="4629742" cy="3182948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FA3239E6-16D9-A46C-9B8D-5A7619CB7361}"/>
              </a:ext>
            </a:extLst>
          </p:cNvPr>
          <p:cNvSpPr txBox="1"/>
          <p:nvPr/>
        </p:nvSpPr>
        <p:spPr>
          <a:xfrm>
            <a:off x="1261872" y="1835896"/>
            <a:ext cx="434362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Yüksek glikoz, BMI ve gebelik sayısı diyabet olasılığını artırmaktadır.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 sonuçları tıp literatüründeki bilinen risk faktörleri ile uyumludur.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Nihai model yalnızca başarılı değil, aynı zamanda açıklanabilir bir modeldir.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157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F748A175-A6F0-13EA-627F-B3F5DD4C88EE}"/>
              </a:ext>
            </a:extLst>
          </p:cNvPr>
          <p:cNvSpPr txBox="1"/>
          <p:nvPr/>
        </p:nvSpPr>
        <p:spPr>
          <a:xfrm>
            <a:off x="1097280" y="960120"/>
            <a:ext cx="8293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SONUÇ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7F0F2DF-1111-CD0C-97C9-9C6DB51E730B}"/>
              </a:ext>
            </a:extLst>
          </p:cNvPr>
          <p:cNvSpPr txBox="1"/>
          <p:nvPr/>
        </p:nvSpPr>
        <p:spPr>
          <a:xfrm>
            <a:off x="1097280" y="1544895"/>
            <a:ext cx="91074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 setindeki sınıf dengesizliği SMOTE ile giderildi.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Cross-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kullanılarak veri sızıntısı önlendi ve model güvenilirliği artırıldı.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KNN,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Stacking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modelleri karşılaştırıldı.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yüksek F1-Skoru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 tarafından elde edildi.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Klinik riskler dikkate alınarak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uygulandı.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Precision–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–AUC dengesi sonucunda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tr-T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0.45)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nihai model olarak seçildi.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Kalibrasyon analizi sonucunda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modelinin daha güvenilir olasılık tahminleri ürettiği görüldü.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 analizi ile model kararları açıklanabilir hale getirildi.</a:t>
            </a:r>
          </a:p>
          <a:p>
            <a:endParaRPr lang="tr-T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Diyabet teşhisinde güvenilir, açıklanabilir ve klinik açıdan dengeli bir karar destek modeli geliştirilmiştir.</a:t>
            </a:r>
            <a:endParaRPr lang="tr-T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7742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5C2E0D-EA56-13C1-971D-2B24F7B29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br>
              <a:rPr lang="tr-TR" b="1" dirty="0"/>
            </a:br>
            <a:r>
              <a:rPr lang="tr-TR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Teşekkürler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8B2527F-FA70-E42C-8442-410C154F21C9}"/>
              </a:ext>
            </a:extLst>
          </p:cNvPr>
          <p:cNvSpPr txBox="1"/>
          <p:nvPr/>
        </p:nvSpPr>
        <p:spPr>
          <a:xfrm>
            <a:off x="1211580" y="3741419"/>
            <a:ext cx="973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Dinlediğiniz için teşekkür ederim.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9354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el">
  <a:themeElements>
    <a:clrScheme name="Teme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Tem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mel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Temel</Template>
  <TotalTime>578</TotalTime>
  <Words>686</Words>
  <Application>Microsoft Office PowerPoint</Application>
  <PresentationFormat>Geniş ekran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Temel</vt:lpstr>
      <vt:lpstr>Makine Öğrenmesi ile Diyabet Teşhisinde Sınıf Dengesizliği ve Karar Eşiği Optimizasyonu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 Teşekkürler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Damla Hilal ERDEN</dc:creator>
  <cp:lastModifiedBy>Damla Hilal ERDEN</cp:lastModifiedBy>
  <cp:revision>1</cp:revision>
  <dcterms:created xsi:type="dcterms:W3CDTF">2026-06-23T07:19:36Z</dcterms:created>
  <dcterms:modified xsi:type="dcterms:W3CDTF">2026-06-24T19:48:33Z</dcterms:modified>
</cp:coreProperties>
</file>